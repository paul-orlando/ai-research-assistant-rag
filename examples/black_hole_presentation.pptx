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Black Hole Effects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Simulation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Closest Black Hole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Gaia BH1 (~1,560 light-years away)</a:t>
            </a:r>
          </a:p>
          <a:p>
            <a:r>
              <a:t>No threat to Earth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Gravity: 1/r^2</a:t>
            </a:r>
          </a:p>
          <a:p>
            <a:r>
              <a:t>Tidal Forces: 1/r^3</a:t>
            </a:r>
          </a:p>
          <a:p>
            <a:r>
              <a:t>Orbital Velocity increases near BH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Dilation</a:t>
            </a:r>
          </a:p>
        </p:txBody>
      </p:sp>
      <p:pic>
        <p:nvPicPr>
          <p:cNvPr id="3" name="Picture 2" descr="time_di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Orbital Instability</a:t>
            </a:r>
          </a:p>
        </p:txBody>
      </p:sp>
      <p:pic>
        <p:nvPicPr>
          <p:cNvPr id="3" name="Picture 2" descr="orbital_in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Spacetime Curvature</a:t>
            </a:r>
          </a:p>
        </p:txBody>
      </p:sp>
      <p:pic>
        <p:nvPicPr>
          <p:cNvPr id="3" name="Picture 2" descr="curv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Distance determines danger</a:t>
            </a:r>
          </a:p>
          <a:p>
            <a:r>
              <a:t>No nearby BH threat</a:t>
            </a:r>
          </a:p>
          <a:p>
            <a:r>
              <a:t>Extreme effects only near event horizon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